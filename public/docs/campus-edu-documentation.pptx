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ampus-edu-theta.vercel.app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 ·  UNIVERSITÉ DE GAROUA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Educatif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vos cours et sujets d'examen, directement dans votre poche.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Partagez  ·  Téléchargez  ·  Réussissez</a:t>
            </a:r>
            <a:endParaRPr lang="en-US" sz="1400" dirty="0"/>
          </a:p>
        </p:txBody>
      </p:sp>
      <p:pic>
        <p:nvPicPr>
          <p:cNvPr id="6" name="Image 0" descr="Capture d'écran de l'application Campus Educ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868680"/>
            <a:ext cx="1666240" cy="3749040"/>
          </a:xfrm>
          <a:prstGeom prst="rect">
            <a:avLst/>
          </a:prstGeom>
        </p:spPr>
      </p:pic>
      <p:pic>
        <p:nvPicPr>
          <p:cNvPr id="7" name="Image 1" descr="Capture d'écran de l'application Campus Educat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0"/>
            <a:ext cx="16662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Campus Educatif 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6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9088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916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mobile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54680" y="1600200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6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91840" y="178308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570" y="190881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86200" y="16916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assistant académique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651760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6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" y="283464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29603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743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documents de cours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154680" y="2651760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6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291840" y="283464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7570" y="29603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886200" y="2743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sujets d'examen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703320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6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401193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37947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d'entraînement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3154680" y="3703320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6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91840" y="388620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570" y="401193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886200" y="37947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pour les étudiants</a:t>
            </a:r>
            <a:endParaRPr lang="en-US" sz="1300" dirty="0"/>
          </a:p>
        </p:txBody>
      </p:sp>
      <p:pic>
        <p:nvPicPr>
          <p:cNvPr id="27" name="Image 6" descr="Capture d'écran de l'application Campus Educatif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57200"/>
            <a:ext cx="186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Campus Educatif aide l'étudiant 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6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ensemble de connaissances prêt à être consommé par les étudiants.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F0F7FD"/>
          </a:solidFill>
          <a:ln w="12700">
            <a:solidFill>
              <a:srgbClr val="F0F7F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1717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Cours, sujets et corrigés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3225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6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cours, des sujets d'examen et leurs corrigés, réunis au même endroit.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640080" cy="640080"/>
          </a:xfrm>
          <a:prstGeom prst="ellipse">
            <a:avLst/>
          </a:prstGeom>
          <a:solidFill>
            <a:srgbClr val="F0F7FD"/>
          </a:solidFill>
          <a:ln w="12700">
            <a:solidFill>
              <a:srgbClr val="F0F7F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1318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953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vidéo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2826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6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cours en vidéo pour revoir les notions à son rythme.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F0F7FD"/>
          </a:solidFill>
          <a:ln w="12700">
            <a:solidFill>
              <a:srgbClr val="F0F7F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0919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913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S'exercer et progresser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2428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6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pour s'exercer, se tester et s'améliorer.</a:t>
            </a:r>
            <a:endParaRPr lang="en-US" sz="1300" dirty="0"/>
          </a:p>
        </p:txBody>
      </p:sp>
      <p:pic>
        <p:nvPicPr>
          <p:cNvPr id="16" name="Image 3" descr="Capture d'écran de l'application Campus Educat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57200"/>
            <a:ext cx="186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Campus Educatif ? Pas une IA 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Educatif n'est pas une IA : c'est une base de connaissances ouverte à tous. L'IA devient son alliée.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148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 bloque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4505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d'examen 2022 d'Analyse 4 : la question 3 de l'exercice 2 résiste.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175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Educatif fournit le document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3192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récupère le sujet directement dans l'application.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86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l'IA de son choix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187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ChatGPT, Claude ou DeepSeek, pour l'aider à trouver la solution.</a:t>
            </a:r>
            <a:endParaRPr lang="en-US" sz="1250" dirty="0"/>
          </a:p>
        </p:txBody>
      </p:sp>
      <p:pic>
        <p:nvPicPr>
          <p:cNvPr id="16" name="Image 0" descr="Capture d'écran de l'application Campus Educ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57200"/>
            <a:ext cx="186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en un coup d'œil</a:t>
            </a:r>
            <a:endParaRPr lang="en-US" sz="3200" dirty="0"/>
          </a:p>
        </p:txBody>
      </p:sp>
      <p:pic>
        <p:nvPicPr>
          <p:cNvPr id="3" name="Image 0" descr="Capture d'écran de l'application Campus Educ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121920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1234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compte, 100 % accès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210312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inscription : téléchargez vos ressources instantanément.</a:t>
            </a:r>
            <a:endParaRPr lang="en-US" sz="1150" dirty="0"/>
          </a:p>
        </p:txBody>
      </p:sp>
      <p:pic>
        <p:nvPicPr>
          <p:cNvPr id="6" name="Image 1" descr="Capture d'écran de l'application Campus Educat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1219200" cy="2743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1234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avancée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210312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par école, filière, niveau et type de document.</a:t>
            </a:r>
            <a:endParaRPr lang="en-US" sz="1150" dirty="0"/>
          </a:p>
        </p:txBody>
      </p:sp>
      <p:pic>
        <p:nvPicPr>
          <p:cNvPr id="9" name="Image 2" descr="Capture d'écran de l'application Campus Educat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43000"/>
            <a:ext cx="1219200" cy="2743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406640" y="1234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personnalisé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406640" y="210312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École, filière et niveau mémorisés pour filtrer automatiquement.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6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disponible en mode clair et en mode sombre.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Campus Educatif deviendra dans 2 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0F7FD"/>
          </a:solidFill>
          <a:ln w="9525">
            <a:solidFill>
              <a:srgbClr val="D5E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2174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92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bibliothèque numérique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286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6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Ouverte à tous les étudiants de l'Université de Garoua.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0F7FD"/>
          </a:solidFill>
          <a:ln w="9525">
            <a:solidFill>
              <a:srgbClr val="D5E6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3493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de connaissances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6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service des étudiants chercheurs, avec la section Articles scientifiques déjà amorcée.</a:t>
            </a:r>
            <a:endParaRPr lang="en-US" sz="1300" dirty="0"/>
          </a:p>
        </p:txBody>
      </p:sp>
      <p:pic>
        <p:nvPicPr>
          <p:cNvPr id="13" name="Image 2" descr="Capture d'écran de l'application Campus Educat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57200"/>
            <a:ext cx="186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installer Campus Educatif 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1907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sur le site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203911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>
            <a:hlinkClick r:id="rId1" tooltip=""/>
          </p:cNvPr>
          <p:cNvSpPr txBox="1"/>
          <p:nvPr/>
        </p:nvSpPr>
        <p:spPr>
          <a:xfrm>
            <a:off x="1280160" y="20391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campus-edu-theta.vercel.app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06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la dernière version de l'APK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352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actuelle : 1.17, avec l'intégration de l'IA.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4787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Installez, puis commencez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496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vos cours et exercez-vous sur les sujets d'examen.</a:t>
            </a:r>
            <a:endParaRPr lang="en-US" sz="1300" dirty="0"/>
          </a:p>
        </p:txBody>
      </p:sp>
      <p:pic>
        <p:nvPicPr>
          <p:cNvPr id="16" name="Image 0" descr="Capture d'écran de l'application Campus Educat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1869440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Educatif</dc:title>
  <dc:subject>PptxGenJS Presentation</dc:subject>
  <dc:creator>PptxGenJS</dc:creator>
  <cp:lastModifiedBy>PptxGenJS</cp:lastModifiedBy>
  <cp:revision>1</cp:revision>
  <dcterms:created xsi:type="dcterms:W3CDTF">2026-09-29T16:19:35Z</dcterms:created>
  <dcterms:modified xsi:type="dcterms:W3CDTF">2026-09-29T16:19:35Z</dcterms:modified>
</cp:coreProperties>
</file>